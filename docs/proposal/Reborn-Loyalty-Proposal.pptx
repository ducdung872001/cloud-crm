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giải pháp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Loyalty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chuỗi siêu thị bán lẻ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— Đa thương hiệu — 3 triệu khách hàng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0292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D3D3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cửa hàng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+ Online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50292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D3D3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triệu KH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tập trung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50292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D3D38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thương hiệu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thống nhất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412480" y="50292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D3D38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retention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giá trị KH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JSC  |  04/2026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2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JSC  |  ceo@reborn.vn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&amp; Hiện trạng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Reborn Loyalty Platform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65176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&amp; Công nghệ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tính năng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71600" y="393192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POS hiện có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9456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triển khai 6 tháng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71600" y="52120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5212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9456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chọn Reborn?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2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JSC  |  ceo@reborn.vn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Bài toán &amp; Hiện trạng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brand hoạt động độc lập → dữ liệu rời rạc, trải nghiệm khách hàng không nhất quán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HIỆN TẠI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Cùng 1 khách hàng → 2 profile riêng biệt ở 2 brand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Tích điểm ở Brand A, sang Brand B → mất hết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Không có cái nhìn toàn chuỗi về hành vi mua sắm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Muốn chạy campaign cross-brand → không thể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Ban lãnh đạo thiếu data tổng hợp để ra quyết định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 MUỐN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Nền tảng loyalty tích hợp cả 2 brand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Tích điểm tại bất kỳ store nào trong chuỗi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Dashboard tổng hợp 3 triệu hội viên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611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Giữ POS hiện tại, chỉ thêm lớp loyalty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114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Team IT tự vận hành sau triển khai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5F9F8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937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5623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 hàng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48463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5F9F8"/>
          </a:solidFill>
          <a:ln w="25400">
            <a:solidFill>
              <a:srgbClr val="FF8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4937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8328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383280" y="5623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48463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5F9F8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4937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3504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035040" y="5623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Thương hiệu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86800" y="48463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5F9F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4937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68680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686800" y="5623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2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JSC  |  ceo@reborn.vn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Giải pháp: Reborn Loyalty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hợp, không thay thế — POS giữ nguyên, loyalty bổ sung qua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5F9F8"/>
          </a:solidFill>
          <a:ln w="12700">
            <a:solidFill>
              <a:srgbClr val="D9E0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POS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POS hiện có qua REST API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thay đổi quy trình bán hàng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5F9F8"/>
          </a:solidFill>
          <a:ln w="12700">
            <a:solidFill>
              <a:srgbClr val="D9E0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8056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 thương hiệu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560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platform quản lý nhiều brand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dùng chéo hoặc riêng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5F9F8"/>
          </a:solidFill>
          <a:ln w="12700">
            <a:solidFill>
              <a:srgbClr val="D9E0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3M+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560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processing, async jobs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hàng triệu 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5F9F8"/>
          </a:solidFill>
          <a:ln w="12700">
            <a:solidFill>
              <a:srgbClr val="D9E0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69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hình, không code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846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rule setup trên UI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IT tự vận hành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931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5F9F8"/>
          </a:solidFill>
          <a:ln w="12700">
            <a:solidFill>
              <a:srgbClr val="D9E0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069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48056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4846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docs + SDK sẵn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realtime events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931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5F9F8"/>
          </a:solidFill>
          <a:ln w="12700">
            <a:solidFill>
              <a:srgbClr val="D9E0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069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2960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API key, HTTPS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 per tenant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2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JSC  |  ceo@reborn.vn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Kiến trúc hệ thống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Microservice, multi-tenant, API gateway — scale theo nhu cầu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 POS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(giữ nguyên)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 POS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(giữ nguyên)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828800"/>
            <a:ext cx="4846320" cy="3200400"/>
          </a:xfrm>
          <a:prstGeom prst="roundRect">
            <a:avLst>
              <a:gd name="adj" fmla="val 2857"/>
            </a:avLst>
          </a:prstGeom>
          <a:solidFill>
            <a:srgbClr val="F5F9F8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1828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18288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3657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3657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LOYALTY PLATFORM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31920" y="246888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468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246888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2468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&amp; Points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246888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468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Management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0" y="36576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657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0680" y="36576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657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36576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657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◀──▶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◀──▶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◀──▶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4114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◀──▶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React 18 · Java Spring Boot · MySQL 8 · Redis · RabbitMQ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2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JSC  |  ceo@reborn.vn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Chi tiết tính năng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tính năng sẵn sàng — cấu hình theo nhu cầu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hội viên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3M+ hội viên, tra cứu, export Excel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0" y="1508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barcode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ảo + in vật lý, scan tại POS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332720" y="1965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CSV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hàng loạt, dedupe by SĐT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32720" y="2423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8803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điểm tự động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hoá đơn / danh mục / cố định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3375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hệ số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337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 cuối tuần, x3 sinh nhật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32720" y="3337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7947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hạng thành viên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794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→ Bạc → Vàng → Kim Cương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32720" y="3794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2519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016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Thăng/hạ hạng auto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chu kỳ tháng/quý/năm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332720" y="4251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47091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8016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sử dụng điểm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Cuối năm / sau X tháng / không hạn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3327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51663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8016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Multi-brand scope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5166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chuỗi / per brand / per region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332720" y="5166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" y="56235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8016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Webhook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0" y="5623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+ realtime events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332720" y="5623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2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JSC  |  ceo@reborn.vn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Chi tiết tính năng (tiếp)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thưởng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Voucher, quà tặng, giảm trực tiếp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giá quy đổi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điểm = Xđ khi thanh toán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332720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Khuyến mãi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Discount, combo, flash sale, giá cố định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3272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6517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KPI, donut chart, CLV, retention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3272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1089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customer, xu hướng điểm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33272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5661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Chế độ Loyalty thuần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566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Tắt bán hàng/kho → chỉ dùng loyalty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32720" y="3566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0233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8016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Docs tích hợp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tab: auth, member, points, webhook, SDK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332720" y="4023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4805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8016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auto-earn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4480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tích điểm từ POS bên ngoài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32720" y="4480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9377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80160" y="4937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Cross-brand points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ở A, đổi ở B (bật/tắt)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332720" y="4937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" y="5394960"/>
            <a:ext cx="4572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80160" y="5394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5394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brand 1 hostname, data tách biệt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332720" y="5394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2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JSC  |  ceo@reborn.vn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Tích hợp POS hiện có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thay đổi POS — chỉ thêm 1 API call sau thanh toán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5F9F8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mua hàng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bán hàng bình thường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18288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5F9F8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 xong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gọi API: autoEarn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5F9F8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tính điểm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rule + nhân hệ số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15200" y="18288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5F9F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kết quả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 điểm, số dư 1,302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601200" y="18288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5F9F8"/>
          </a:solidFill>
          <a:ln w="25400">
            <a:solidFill>
              <a:srgbClr val="FF8A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FF8A3C"/>
          </a:solidFill>
          <a:ln/>
        </p:spPr>
      </p:sp>
      <p:sp>
        <p:nvSpPr>
          <p:cNvPr id="32" name="Text 30"/>
          <p:cNvSpPr/>
          <p:nvPr/>
        </p:nvSpPr>
        <p:spPr>
          <a:xfrm>
            <a:off x="103327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hiển thị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receipt có điểm tích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57200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663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/market/loyaltyPointLedger/autoEarn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"phone": "0901234567", "orderAmount": 520000, "orderId": "INV-001" }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 "pointsEarned": 52, "newBalance": 1302, "tier": "Bạc" 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2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JSC  |  ceo@reborn.vn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Lộ trình triển khai — 6 tháng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Nền tảng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1-2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import 3M KH, cấu hình rules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5-10 store Brand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Mở rộng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3-4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Brand B, rollout 100+ store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Cross-brand points, campaign đầu tiên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164592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645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Tối ưu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5-6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651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data, RFM segmentation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Bàn giao, training nâng cao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480560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434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Brand A tích điểm thành công, admin dashboard live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5074920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store chạy loyalty thống nhất, cross-brand hoạt động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669280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5623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Bàn giao hoàn tất, team IT khách tự vận hành 100%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2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JSC  |  ceo@reborn.vn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Tại sao chọn Reborn?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5F9F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sẵn, deploy nhanh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đã xây dựng xong — không code từ đầu.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tính năng loyalty sẵn sàng, cấu hình theo nhu cầu.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5F9F8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223760" y="1463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hợp, không phá vỡ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nguyên POS hiện tại — chỉ thêm 1 API call.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thay đổi quy trình bán hàng.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5F9F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54480" y="3108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multi-brand native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4747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hack thêm — multi-tenant, multi-brand từ thiết kế.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brand set rules riêng, điểm dùng chéo linh hoạt.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0175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5F9F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23760" y="3108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+ Docs đầy đủ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0" y="34747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IT tự tích hợp với API docs + SDK (cURL, JS, Python).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realtime cho mọi sự kiện.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5F9F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00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4754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chuyên nghiệp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5120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SA, URD, User Guide, Test Cases, Backend Spec đầy đủ.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bộ test, 895+ test steps.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66344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5F9F8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800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223760" y="4754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Phù hợp ngân sách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5120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Dưới 1 tỷ, 6 tháng — scope rõ ràng, không phát sinh.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IT khách tự vận hành sau bàn giao.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quý khách!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 Loyalty Platform — sẵn sàng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0" y="41148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ceo@reborn.vn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Liên hệ qua Zalo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reborn.vn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5669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Reborn JSC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xuất giải pháp Loyalty — Chuỗi siêu thị bán lẻ</dc:title>
  <dc:subject>PptxGenJS Presentation</dc:subject>
  <dc:creator>Reborn JSC</dc:creator>
  <cp:lastModifiedBy>Reborn JSC</cp:lastModifiedBy>
  <cp:revision>1</cp:revision>
  <dcterms:created xsi:type="dcterms:W3CDTF">2026-04-16T13:11:51Z</dcterms:created>
  <dcterms:modified xsi:type="dcterms:W3CDTF">2026-04-16T13:11:51Z</dcterms:modified>
</cp:coreProperties>
</file>